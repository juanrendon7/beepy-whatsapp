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47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EEPYR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29000" y="36576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BEEPY - </a:t>
            </a:r>
            <a:r>
              <a:rPr lang="en-US" sz="3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Inteligente</a:t>
            </a:r>
            <a:endParaRPr lang="en-US" sz="3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WhatsApp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automatización con Inteligencia Artificial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hoy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escriben por WhatsApp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preguntas repetitivas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1188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vale el plan?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9202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920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¿Tienen cobertura en mi vereda?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754880" y="26517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743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2651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tengo internet / está lento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754880" y="338328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747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0" y="3383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 la fecha de corte?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754880" y="411480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2062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4114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puedo pagar?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8640" y="320040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38328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80160" y="32918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persona atiende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volumen de mensajes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280160" y="3840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 en respuestas repetitivas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podrían ser automáticas.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con IA que conversa de forma natural por WhatsApp, resuelve las preguntas repetitivas y libera a la persona encargada para lo que realmente importa.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5146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natural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menú de opciones.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preguntas escritas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lenguaje libre.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22860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5146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18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del cliente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1188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WispHub para dar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personalizada: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saldo, zona.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22860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5146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inteligente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224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puede resolver,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pasa a un asesor con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completo.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" y="1371600"/>
            <a:ext cx="1097280" cy="1097280"/>
          </a:xfrm>
          <a:prstGeom prst="ellipse">
            <a:avLst/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691640"/>
            <a:ext cx="320040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0" y="1371600"/>
            <a:ext cx="1097280" cy="1097280"/>
          </a:xfrm>
          <a:prstGeom prst="ellipse">
            <a:avLst/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645920"/>
            <a:ext cx="548640" cy="548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83464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procesa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91640"/>
            <a:ext cx="320040" cy="32004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440680" y="1371600"/>
            <a:ext cx="1097280" cy="1097280"/>
          </a:xfrm>
          <a:prstGeom prst="ellipse">
            <a:avLst/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1645920"/>
            <a:ext cx="548640" cy="5486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7492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WispHub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691640"/>
            <a:ext cx="320040" cy="32004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7680960" y="1371600"/>
            <a:ext cx="1097280" cy="1097280"/>
          </a:xfrm>
          <a:prstGeom prst="ellipse">
            <a:avLst/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1645920"/>
            <a:ext cx="548640" cy="54864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31520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o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300" dirty="0"/>
          </a:p>
        </p:txBody>
      </p:sp>
      <p:sp>
        <p:nvSpPr>
          <p:cNvPr id="18" name="Shape 9"/>
          <p:cNvSpPr/>
          <p:nvPr/>
        </p:nvSpPr>
        <p:spPr>
          <a:xfrm>
            <a:off x="548640" y="347472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0"/>
          <p:cNvSpPr/>
          <p:nvPr/>
        </p:nvSpPr>
        <p:spPr>
          <a:xfrm>
            <a:off x="822960" y="356616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ocurre en el mismo WhatsApp del cliente. La persona encargada sigue viendo las conversaciones en su celular y retoma cuando la IA escala. </a:t>
            </a:r>
            <a:r>
              <a:rPr lang="en-US" sz="14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instalar nada nuevo ni cambiar de herramienta.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resuelve automáticamente?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Urbanos y rurales con valores exactos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1732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urbana y 7 veredas con radioenlace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404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pago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Efectivo, transferencia Bancolombia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54880" y="12801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4630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corte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62356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30 pago, día 5 suspensión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54880" y="2468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65176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2356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básicas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62356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guiado paso a paso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754880" y="3657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84048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623560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562356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necesarios y tiempos estimados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es un bot común?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tradicional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rígido: "Digite 1, 2, 3..."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genéricas iguales para todos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quién le escribe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0332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entiende, se traba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Beepy (IA de BEEPYRED)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8308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9496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libre y natural</a:t>
            </a:r>
            <a:endParaRPr lang="en-US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23160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9496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Personaliza: "Hola Juan, su plan es..."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63240"/>
            <a:ext cx="320040" cy="3200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9496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al cliente por WispHub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03320"/>
            <a:ext cx="320040" cy="32004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39496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sabe, pasa a un asesor humano</a:t>
            </a:r>
            <a:endParaRPr lang="en-US" sz="1300" dirty="0"/>
          </a:p>
        </p:txBody>
      </p:sp>
      <p:sp>
        <p:nvSpPr>
          <p:cNvPr id="21" name="Shape 11"/>
          <p:cNvSpPr/>
          <p:nvPr/>
        </p:nvSpPr>
        <p:spPr>
          <a:xfrm>
            <a:off x="4526280" y="1188720"/>
            <a:ext cx="0" cy="2926080"/>
          </a:xfrm>
          <a:prstGeom prst="line">
            <a:avLst/>
          </a:prstGeom>
          <a:noFill/>
          <a:ln w="1905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2"/>
          <p:cNvSpPr/>
          <p:nvPr/>
        </p:nvSpPr>
        <p:spPr>
          <a:xfrm>
            <a:off x="548640" y="420624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13"/>
          <p:cNvSpPr/>
          <p:nvPr/>
        </p:nvSpPr>
        <p:spPr>
          <a:xfrm>
            <a:off x="822960" y="4206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nunca inventa información. Solo responde con datos verificados de WispHub y la base de conocimiento.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reglas del asistente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40280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inventa datos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474720" y="21945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Precios, coberturas y saldos vienen de WispHub, nunca de memoria.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889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2743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promete cobertura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474720" y="2743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vereda no está en la lista, toma datos y pasa a un asesor.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3756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cierra ventas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3474720" y="32918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confirma instalaciones, descuentos ni reconexiones por su cuenta.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8620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 tiempo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3474720" y="3840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Quejas, reclamos o temas sensibles pasan a la persona encargada.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34840"/>
            <a:ext cx="320040" cy="3200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8872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datos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3474720" y="4389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con la Ley 1581 de Habeas Data. No pide contraseñas ni datos bancarios.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está construido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inició y estos entregables ya están listos: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5608"/>
            <a:ext cx="274320" cy="2743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399032"/>
            <a:ext cx="347472" cy="3474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173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del asistente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417320" y="1618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Personalidad, tono, reglas de seguridad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criterios de escalamiento definidos.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274320" cy="27432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112264"/>
            <a:ext cx="347472" cy="34747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1732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conocimiento completa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1417320" y="2331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Planes, precios, cobertura por zona,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FAQ, pagos y soporte técnico.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62072"/>
            <a:ext cx="274320" cy="27432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825496"/>
            <a:ext cx="347472" cy="34747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17320" y="2752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WispHub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1417320" y="3044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documentados con URL real.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automática por teléfono.</a:t>
            </a:r>
            <a:endParaRPr lang="en-US" sz="10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75304"/>
            <a:ext cx="274320" cy="27432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538728"/>
            <a:ext cx="347472" cy="34747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417320" y="3465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n8n (7 nodos)</a:t>
            </a:r>
            <a:endParaRPr lang="en-US" sz="1300" dirty="0"/>
          </a:p>
        </p:txBody>
      </p:sp>
      <p:sp>
        <p:nvSpPr>
          <p:cNvPr id="19" name="Text 9"/>
          <p:cNvSpPr/>
          <p:nvPr/>
        </p:nvSpPr>
        <p:spPr>
          <a:xfrm>
            <a:off x="1417320" y="37581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completo listo para importar: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webhook, IA, WispHub y WhatsApp.</a:t>
            </a:r>
            <a:endParaRPr lang="en-US" sz="10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88536"/>
            <a:ext cx="274320" cy="274320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251960"/>
            <a:ext cx="347472" cy="347472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417320" y="4178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para Railway</a:t>
            </a:r>
            <a:endParaRPr lang="en-US" sz="1300" dirty="0"/>
          </a:p>
        </p:txBody>
      </p:sp>
      <p:sp>
        <p:nvSpPr>
          <p:cNvPr id="23" name="Text 11"/>
          <p:cNvSpPr/>
          <p:nvPr/>
        </p:nvSpPr>
        <p:spPr>
          <a:xfrm>
            <a:off x="1417320" y="44714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variables de entorno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configuración de despliegue.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4663440" y="13258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E1E1E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13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base de conocimiento</a:t>
            </a:r>
            <a:endParaRPr lang="en-US" sz="1300" dirty="0"/>
          </a:p>
        </p:txBody>
      </p:sp>
      <p:sp>
        <p:nvSpPr>
          <p:cNvPr id="26" name="Text 14"/>
          <p:cNvSpPr/>
          <p:nvPr/>
        </p:nvSpPr>
        <p:spPr>
          <a:xfrm>
            <a:off x="493776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3 planes urbanos (fibra): 150, 250, 320 Mbps</a:t>
            </a:r>
            <a:endParaRPr lang="en-US" sz="1000" dirty="0"/>
          </a:p>
        </p:txBody>
      </p:sp>
      <p:sp>
        <p:nvSpPr>
          <p:cNvPr id="27" name="Text 15"/>
          <p:cNvSpPr/>
          <p:nvPr/>
        </p:nvSpPr>
        <p:spPr>
          <a:xfrm>
            <a:off x="4937760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4 planes rurales (radioenlace): 5 a 20 Mbps</a:t>
            </a:r>
            <a:endParaRPr lang="en-US" sz="1000" dirty="0"/>
          </a:p>
        </p:txBody>
      </p:sp>
      <p:sp>
        <p:nvSpPr>
          <p:cNvPr id="28" name="Text 16"/>
          <p:cNvSpPr/>
          <p:nvPr/>
        </p:nvSpPr>
        <p:spPr>
          <a:xfrm>
            <a:off x="4937760" y="2459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Precios desde $63.000 hasta $123.000</a:t>
            </a:r>
            <a:endParaRPr lang="en-US" sz="1000" dirty="0"/>
          </a:p>
        </p:txBody>
      </p:sp>
      <p:sp>
        <p:nvSpPr>
          <p:cNvPr id="29" name="Text 17"/>
          <p:cNvSpPr/>
          <p:nvPr/>
        </p:nvSpPr>
        <p:spPr>
          <a:xfrm>
            <a:off x="4937760" y="2752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7 veredas con cobertura confirmada</a:t>
            </a:r>
            <a:endParaRPr lang="en-US" sz="1000" dirty="0"/>
          </a:p>
        </p:txBody>
      </p:sp>
      <p:sp>
        <p:nvSpPr>
          <p:cNvPr id="30" name="Text 18"/>
          <p:cNvSpPr/>
          <p:nvPr/>
        </p:nvSpPr>
        <p:spPr>
          <a:xfrm>
            <a:off x="4937760" y="3044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Proceso de instalación (7 datos requeridos)</a:t>
            </a:r>
            <a:endParaRPr lang="en-US" sz="1000" dirty="0"/>
          </a:p>
        </p:txBody>
      </p:sp>
      <p:sp>
        <p:nvSpPr>
          <p:cNvPr id="31" name="Text 19"/>
          <p:cNvSpPr/>
          <p:nvPr/>
        </p:nvSpPr>
        <p:spPr>
          <a:xfrm>
            <a:off x="493776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Facturación: día 30 pago, día 5 suspensión</a:t>
            </a:r>
            <a:endParaRPr lang="en-US" sz="1000" dirty="0"/>
          </a:p>
        </p:txBody>
      </p:sp>
      <p:sp>
        <p:nvSpPr>
          <p:cNvPr id="32" name="Text 20"/>
          <p:cNvSpPr/>
          <p:nvPr/>
        </p:nvSpPr>
        <p:spPr>
          <a:xfrm>
            <a:off x="4937760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Formas de pago: efectivo + Bancolombia</a:t>
            </a:r>
            <a:endParaRPr lang="en-US" sz="1000" dirty="0"/>
          </a:p>
        </p:txBody>
      </p:sp>
      <p:sp>
        <p:nvSpPr>
          <p:cNvPr id="33" name="Text 21"/>
          <p:cNvSpPr/>
          <p:nvPr/>
        </p:nvSpPr>
        <p:spPr>
          <a:xfrm>
            <a:off x="4937760" y="3922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Guía de fallas: luces, reinicio, visita técnica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4937760" y="4215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Horario de atención y datos de contacto</a:t>
            </a:r>
            <a:endParaRPr lang="en-US" sz="1000" dirty="0"/>
          </a:p>
        </p:txBody>
      </p:sp>
      <p:sp>
        <p:nvSpPr>
          <p:cNvPr id="35" name="Text 23"/>
          <p:cNvSpPr/>
          <p:nvPr/>
        </p:nvSpPr>
        <p:spPr>
          <a:xfrm>
            <a:off x="4937760" y="4507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Reglas de escalamiento a asesor humano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implementación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operativo para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 de julio de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E8A800"/>
          </a:solidFill>
          <a:ln w="1905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1540" y="2148840"/>
            <a:ext cx="0" cy="274320"/>
          </a:xfrm>
          <a:prstGeom prst="line">
            <a:avLst/>
          </a:prstGeom>
          <a:noFill/>
          <a:ln w="1905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1–7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15544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n8n en Railway, configurar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y API Keys.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1540" y="3017520"/>
            <a:ext cx="0" cy="274320"/>
          </a:xfrm>
          <a:prstGeom prst="line">
            <a:avLst/>
          </a:prstGeom>
          <a:noFill/>
          <a:ln w="1905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7–15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WhatsApp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24231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Coexistence en Meta, registrar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webhook, pruebas de envío y recepción.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1540" y="3886200"/>
            <a:ext cx="0" cy="274320"/>
          </a:xfrm>
          <a:prstGeom prst="line">
            <a:avLst/>
          </a:prstGeom>
          <a:noFill/>
          <a:ln w="1905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37160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15-20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completa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0" y="32918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WispHub + Claude IA,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flujo de n8n, ajustar tono.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E8A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20-30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lanzamiento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14800" y="41605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con grupo pequeño, ajustes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y lanzamiento gradual.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728</Words>
  <Application>Microsoft Office PowerPoint</Application>
  <PresentationFormat>Presentación en pantalla (16:9)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IA WhatsApp - BEEPYRED</dc:title>
  <dc:subject>PptxGenJS Presentation</dc:subject>
  <dc:creator>BEEPYRED</dc:creator>
  <cp:lastModifiedBy>Juan Camilo Rendon Giraldo</cp:lastModifiedBy>
  <cp:revision>2</cp:revision>
  <dcterms:created xsi:type="dcterms:W3CDTF">2026-07-03T02:16:58Z</dcterms:created>
  <dcterms:modified xsi:type="dcterms:W3CDTF">2026-07-03T02:26:45Z</dcterms:modified>
</cp:coreProperties>
</file>